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8777ea9c64285" /><Relationship Type="http://schemas.openxmlformats.org/officeDocument/2006/relationships/extended-properties" Target="/docProps/app.xml" Id="R1984f9ff3240496a" /><Relationship Type="http://schemas.openxmlformats.org/officeDocument/2006/relationships/officeDocument" Target="/ppt/presentation.xml" Id="R55112522f6d4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cc3f845682455b"/>
  </p:sldMasterIdLst>
  <p:notesMasterIdLst>
    <p:notesMasterId xmlns:r="http://schemas.openxmlformats.org/officeDocument/2006/relationships" r:id="Rebb140ab52a84703"/>
  </p:notesMasterIdLst>
  <p:sldIdLst>
    <p:sldId xmlns:r="http://schemas.openxmlformats.org/officeDocument/2006/relationships" id="256" r:id="R72efae4b4d9249eb"/>
    <p:sldId xmlns:r="http://schemas.openxmlformats.org/officeDocument/2006/relationships" id="257" r:id="R078deca40fcb4238"/>
    <p:sldId xmlns:r="http://schemas.openxmlformats.org/officeDocument/2006/relationships" id="258" r:id="R3696b4e23b7e4789"/>
    <p:sldId xmlns:r="http://schemas.openxmlformats.org/officeDocument/2006/relationships" id="259" r:id="R537b73e8ff2147b0"/>
    <p:sldId xmlns:r="http://schemas.openxmlformats.org/officeDocument/2006/relationships" id="260" r:id="R54c562c1161e40d6"/>
    <p:sldId xmlns:r="http://schemas.openxmlformats.org/officeDocument/2006/relationships" id="261" r:id="R69af394b7ddf4080"/>
    <p:sldId xmlns:r="http://schemas.openxmlformats.org/officeDocument/2006/relationships" id="262" r:id="R36abfc1f01e1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6361f599af4d5f" /><Relationship Type="http://schemas.openxmlformats.org/officeDocument/2006/relationships/slideMaster" Target="/ppt/slideMasters/slideMaster1.xml" Id="Ra1cc3f845682455b" /><Relationship Type="http://schemas.openxmlformats.org/officeDocument/2006/relationships/notesMaster" Target="/ppt/notesMasters/notesMaster1.xml" Id="Rebb140ab52a84703" /><Relationship Type="http://schemas.openxmlformats.org/officeDocument/2006/relationships/presProps" Target="/ppt/presProps.xml" Id="R9b979521c3cc4ab1" /><Relationship Type="http://schemas.openxmlformats.org/officeDocument/2006/relationships/tableStyles" Target="/ppt/tableStyles.xml" Id="R7450d0e9ea8d4f94" /><Relationship Type="http://schemas.openxmlformats.org/officeDocument/2006/relationships/slide" Target="/ppt/slides/slide1.xml" Id="R72efae4b4d9249eb" /><Relationship Type="http://schemas.openxmlformats.org/officeDocument/2006/relationships/slide" Target="/ppt/slides/slide2.xml" Id="R078deca40fcb4238" /><Relationship Type="http://schemas.openxmlformats.org/officeDocument/2006/relationships/slide" Target="/ppt/slides/slide3.xml" Id="R3696b4e23b7e4789" /><Relationship Type="http://schemas.openxmlformats.org/officeDocument/2006/relationships/slide" Target="/ppt/slides/slide4.xml" Id="R537b73e8ff2147b0" /><Relationship Type="http://schemas.openxmlformats.org/officeDocument/2006/relationships/slide" Target="/ppt/slides/slide5.xml" Id="R54c562c1161e40d6" /><Relationship Type="http://schemas.openxmlformats.org/officeDocument/2006/relationships/slide" Target="/ppt/slides/slide6.xml" Id="R69af394b7ddf4080" /><Relationship Type="http://schemas.openxmlformats.org/officeDocument/2006/relationships/slide" Target="/ppt/slides/slide7.xml" Id="R36abfc1f01e1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f1ea626855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e0902502e4523" /><Relationship Type="http://schemas.openxmlformats.org/officeDocument/2006/relationships/notesMaster" Target="/ppt/notesMasters/notesMaster1.xml" Id="R08769288d5854d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12b7390948409a" /><Relationship Type="http://schemas.openxmlformats.org/officeDocument/2006/relationships/notesMaster" Target="/ppt/notesMasters/notesMaster1.xml" Id="R823b6a80db5447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e08a9cc1a4968" /><Relationship Type="http://schemas.openxmlformats.org/officeDocument/2006/relationships/notesMaster" Target="/ppt/notesMasters/notesMaster1.xml" Id="Rdd7cbc08e74e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586519f9d04236" /><Relationship Type="http://schemas.openxmlformats.org/officeDocument/2006/relationships/notesMaster" Target="/ppt/notesMasters/notesMaster1.xml" Id="R350067b3059848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0a6bbd450c477e" /><Relationship Type="http://schemas.openxmlformats.org/officeDocument/2006/relationships/notesMaster" Target="/ppt/notesMasters/notesMaster1.xml" Id="R4c3043ef8abf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c16b935dd84530" /><Relationship Type="http://schemas.openxmlformats.org/officeDocument/2006/relationships/notesMaster" Target="/ppt/notesMasters/notesMaster1.xml" Id="Rc576a7da2485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12aebaee64812" /><Relationship Type="http://schemas.openxmlformats.org/officeDocument/2006/relationships/notesMaster" Target="/ppt/notesMasters/notesMaster1.xml" Id="R3c41f83ea56c42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problem: browser assistants can use what a signed-in user can see. PrivatePilot is the proposed local privacy layer.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SIH26171 problem statement supplied by the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shift from chat to page-aware browser assistance. The table deliberately reports only public, verifiable availability facts.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Claude in Chrome: https://support.claude.com/en/articles/12012173-get-started-with-claude-in-chrome</a:t>
            </a:r>
          </a:p>
          <a:p xmlns:a="http://schemas.openxmlformats.org/drawingml/2006/main">
            <a:r>
              <a:t>Perplexity Comet: https://www.perplexity.ai/help-center/en/articles/11172798-getting-started-with-comet</a:t>
            </a:r>
          </a:p>
          <a:p xmlns:a="http://schemas.openxmlformats.org/drawingml/2006/main">
            <a:r>
              <a:t>OpenAI ChatGPT agent: https://help.openai.com/en/articles/11752874</a:t>
            </a:r>
          </a:p>
          <a:p xmlns:a="http://schemas.openxmlformats.org/drawingml/2006/main">
            <a:r>
              <a:t>Google Project Mariner: https://blog.google/technology/google-deepmind/project-mariner/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Comet. Visit a public article and ask the assistant to summarise the page. Return to this slide after the live response.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Perplexity Comet overview: https://www.perplexity.ai/comet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Register using dummy data, sign in, and ask the browser assistant to help answer the application question. Then ask which name is visible. State clearly: the assistant did not hack the database. It read the signed-in page after the user gave it access.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Demo website: https://private-pilot-testing.vercel.app/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proposed architecture. PrivatePilot detects sensitive content locally, replaces identifiers with placeholders, then sends only safe context for external reasoning. Encryption protects the channel; redaction protects 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that no other solution exists. Explain the gap: browser settings, provider safeguards, and DLP tools cover different parts of the problem. PrivatePilot proposes a lightweight local layer for the AI context.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OpenAI browser page visibility settings: https://help.openai.com/en/articles/12625059-web-browsing-settings-on-chatgpt-atlas</a:t>
            </a:r>
          </a:p>
          <a:p xmlns:a="http://schemas.openxmlformats.org/drawingml/2006/main">
            <a:r>
              <a:t>Claude in Chrome safety information: https://support.claude.com/en/articles/12012173-get-started-with-claude-in-chrome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principle: people should be able to use browser AI without needlessly exposing their private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0a594d259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07a106ed845a5" /><Relationship Type="http://schemas.openxmlformats.org/officeDocument/2006/relationships/slideLayout" Target="/ppt/slideLayouts/slideLayout1.xml" Id="Rd4c9d19950d9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9d19950d9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0c09e5ec4f84" /><Relationship Type="http://schemas.openxmlformats.org/officeDocument/2006/relationships/image" Target="/ppt/media/image.png" Id="Ra8661952fe4b421a" /><Relationship Type="http://schemas.openxmlformats.org/officeDocument/2006/relationships/notesSlide" Target="/ppt/notesSlides/notesSlide1.xml" Id="R203b9c5b26fe49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175abd4be4225" /><Relationship Type="http://schemas.openxmlformats.org/officeDocument/2006/relationships/notesSlide" Target="/ppt/notesSlides/notesSlide2.xml" Id="R71fae712562a4f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5941eca1f4eeb" /><Relationship Type="http://schemas.openxmlformats.org/officeDocument/2006/relationships/notesSlide" Target="/ppt/notesSlides/notesSlide3.xml" Id="R3787a14cdce6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94da82fb844b3" /><Relationship Type="http://schemas.openxmlformats.org/officeDocument/2006/relationships/notesSlide" Target="/ppt/notesSlides/notesSlide4.xml" Id="Rcd632c3e8b1249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436f314ca4c18" /><Relationship Type="http://schemas.openxmlformats.org/officeDocument/2006/relationships/notesSlide" Target="/ppt/notesSlides/notesSlide5.xml" Id="R3693068ed93241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9e969c487436f" /><Relationship Type="http://schemas.openxmlformats.org/officeDocument/2006/relationships/notesSlide" Target="/ppt/notesSlides/notesSlide6.xml" Id="R90035c75e8f3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2964a7cc34c24" /><Relationship Type="http://schemas.openxmlformats.org/officeDocument/2006/relationships/image" Target="/ppt/media/image2.png" Id="R20c1990632b546e5" /><Relationship Type="http://schemas.openxmlformats.org/officeDocument/2006/relationships/notesSlide" Target="/ppt/notesSlides/notesSlide7.xml" Id="R2c935b5f50754e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61952fe4b421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B3FE4-91C8-4F8F-AC1E-A94AFF6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5905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D19F4-B407-4AF5-A832-B74AE80A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28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PRIVACY FOR BROWSER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16C6-F0F9-41C8-9CEA-9A705A2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4813" cy="452438"/>
          </a:xfrm>
          <a:prstGeom xmlns:a="http://schemas.openxmlformats.org/drawingml/2006/main" prst="roundRect">
            <a:avLst>
              <a:gd name="adj" fmla="val 1411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2A79A-1887-4752-BDF7-574D4AA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4" y="1666875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5150"/>
          </a:bodyPr>
          <a:lstStyle xmlns:a="http://schemas.openxmlformats.org/drawingml/2006/main"/>
          <a:p xmlns:a="http://schemas.openxmlformats.org/drawingml/2006/main">
            <a:pPr algn="ctr">
              <a:defRPr sz="159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59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933E4-A16A-48FB-82C8-DF9AE98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85900"/>
            <a:ext cx="666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85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1798B-9A87-492D-9563-6107853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 privacy shield for AI-powered browser assistance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3BE8B-5D1C-4137-93B7-839E3C94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229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FC43-5637-401D-939F-CB9A0090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As AI assistants work inside browsers, private information visible on a webpage can become part of AI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6EB4D-9549-4176-9AEA-841DE8B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 2026  ·  ISRO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B26BA-EFDF-4FC9-A873-A6AC25A1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SIH26171  ·  On-device Visual Perception for Light-weight Browser Agents</a:t>
            </a:r>
          </a:p>
        </p:txBody>
      </p:sp>
    </p:spTree>
    <p:extLst>
      <p:ext uri="{BB962C8B-B14F-4D97-AF65-F5344CB8AC3E}">
        <p14:creationId xmlns:p14="http://schemas.microsoft.com/office/powerpoint/2010/main" val="2903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1735A-2AB5-4237-98E2-819E683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47A70-B701-4F30-B729-D4C8F311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AI is moving from chat to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38414-1C5F-4CF4-9F22-DADD7FF8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assistants can understand the page a user is viewing.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35009-A3E3-416A-B180-7CC0425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9A5AF-ECAB-46B2-919C-6995151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F8F64-F923-4A09-BAD1-3D24A79F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Chatbots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20EA5-F13D-4C39-ADEC-05212C8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Answer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6EDB-B882-4DD8-8258-FC4C1EF0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3D171-5BBE-4B82-9CF9-0B3FBC9B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8A014-CD57-4FD1-AB53-97571BE9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AFDF7-7053-49A6-BA60-64DCF11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 copilots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764F1-CC52-4151-9E2F-47C7683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Work beside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61134-067F-4C0C-B58A-844593F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F80FA-6766-4A09-A0E5-AF99822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53CFC-BBC5-47B9-B0C6-5F25BAC1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91BA3-11B4-459A-B6AE-8BCA5B1D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AI-first browsers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EF983-32AA-4DAD-AB97-FEA57AD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Understand tabs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35CC7-0D74-4FE0-BD20-95E228EF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5E0D8-1798-4356-BBAD-D87BBB68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7DE78-5C7F-45FE-BEAD-5D25CF5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266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B04E0-D5AB-4A09-8C7A-514FDE24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0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agents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82873-D980-4736-9646-25148D1E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479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Act on webpages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20AB8-9227-4306-9889-E94A19B0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Evidence of growing browser-agent adoption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10820400" cy="2076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375"/>
                <a:gridCol w="3238500"/>
                <a:gridCol w="2857500"/>
                <a:gridCol w="2486025"/>
              </a:tblGrid>
              <a:tr h="41529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Product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availability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Public adoption metric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Claude in Chrome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Paid plans and Chrome side-panel beta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Anthropic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 Comet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Mac, Windows, iOS and Android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ChatGPT browser workflows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Availability varies by product and plan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OpenAI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Project Mariner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Research prototype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Not publicly disclosed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Google DeepMind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3652D-11D3-4D7E-8FB2-8F7843AD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Useful assistants read page context. PrivatePilot focuses on the privacy of that context.</a:t>
            </a:r>
          </a:p>
        </p:txBody>
      </p:sp>
    </p:spTree>
    <p:extLst>
      <p:ext uri="{BB962C8B-B14F-4D97-AF65-F5344CB8AC3E}">
        <p14:creationId xmlns:p14="http://schemas.microsoft.com/office/powerpoint/2010/main" val="1023403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68BEB-D44A-433C-A529-200E2C3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B2AA8-7CA7-4066-9E6E-7B2E28B3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Helpful browser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73CE-6272-4F22-A13A-576AFA1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browser assistant can work with the active page without manual copy and paste.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31E8-C45F-4B3D-B6BD-F2146882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9E887-F060-4979-8AB2-41FE755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A709A-1C3E-4674-A5E9-F33BED29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3723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05782-DA56-461D-B434-5641CDA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9DCED-BCE4-4A13-98D1-BB4A20C6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90AE8-9A1B-484E-8F23-A11DBB0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2AF93-9701-468B-9031-B11D59FF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645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 long public article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17C1B-7AC1-4531-809C-8D0F7CB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How AI browsers are changing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3AB8F-1D9E-42BE-AE65-9E66529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EDDA8-D6E1-4963-92AC-972D388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13B6F-8B18-45F0-B6F3-6BD0B123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7F357-77BE-4073-84A3-2A10D2A2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AABE7-B9DD-42FD-BCAF-4EE57C4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000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239BD-008B-4ACE-BB3B-F384AC5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452AC-2CB9-4020-BE5B-36BB8F5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62300" cy="3790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C96E0-2EAA-4D00-B80A-15D1851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D6D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8D6D1"/>
                </a:solidFill>
                <a:latin typeface="Aptos"/>
                <a:ea typeface="Aptos"/>
                <a:cs typeface="Aptos"/>
              </a:rPr>
              <a:t>COMET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32516-980C-46A1-ACEE-FDA1512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6702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25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Summarise this page in three points.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D2787-C833-466B-8CE9-0821EDC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5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CEFE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CEFED"/>
                </a:solidFill>
                <a:latin typeface="Aptos"/>
                <a:ea typeface="Aptos"/>
                <a:cs typeface="Aptos"/>
              </a:rPr>
              <a:t>The assistant reads the active article and returns a short summary.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72195-F11D-4E98-9610-233ECEAF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1771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25"/>
                </a:solidFill>
                <a:latin typeface="Aptos"/>
                <a:ea typeface="Aptos"/>
                <a:cs typeface="Aptos"/>
              </a:rPr>
              <a:t>ASK COMET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6EDEA-36A0-476F-9168-F512C12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476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DEMONSTRATION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1BD5A-532D-46EA-A859-9E92671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198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Open Comet, visit a long public article, then ask for a three-point summary.</a:t>
            </a:r>
          </a:p>
        </p:txBody>
      </p:sp>
    </p:spTree>
    <p:extLst>
      <p:ext uri="{BB962C8B-B14F-4D97-AF65-F5344CB8AC3E}">
        <p14:creationId xmlns:p14="http://schemas.microsoft.com/office/powerpoint/2010/main" val="831003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224AC-F237-4F2C-B788-943ABC78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AC2DD-B108-4C6C-9ABA-E3F3DBA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When helpful context becomes sensitive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3D310-93C1-456F-87DC-60E5426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The demonstration uses an authenticated dashboard and fictional data only.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87B57-10C6-4999-BC67-0D40EB85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F8D90-300F-49A7-ADB6-FAA2DDC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A1A3E-F409-4193-B384-775D671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619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0F1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56C67-F3A5-4579-A247-817BD8D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93446-3F09-45BA-864A-2F799DAE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652D"/>
          </a:solidFill>
          <a:ln xmlns:a="http://schemas.openxmlformats.org/drawingml/2006/main" w="0">
            <a:solidFill>
              <a:srgbClr val="C765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ECC0F-A031-4291-B286-B6CFDC0E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24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B4E6E-813A-4F52-90EC-9F7F520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PrivatePilot Testing · Private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FA480-3BF9-4D2A-878A-56DEFE3F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79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Your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6FD52-E26D-460C-A5E7-496D76E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Full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A7811-0A44-4834-9BA2-9CB244F6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1BD29-FE2C-4330-B220-2934542D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Aarav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55088-04F9-4A6A-AA58-8CE79E8B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B31F1-07D8-4B2B-83DF-773EF77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02EC6-1904-495F-9970-808D0D1A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052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2A300-4CA3-49DA-8F88-1D0492C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account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7BE13-F383-43AB-84D1-2AB6A241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28575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DEF"/>
          </a:solidFill>
          <a:ln xmlns:a="http://schemas.openxmlformats.org/drawingml/2006/main" w="9525">
            <a:solidFill>
              <a:srgbClr val="70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164E3-E1CE-46EF-B379-1C63E0A6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67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123456789012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4FC9D-9479-442B-A709-0DD30ED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86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Why should we hire you?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1F40F-A0A8-43AB-AFEA-9F55A006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4686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157C9-B8B5-4976-AD68-6AE98EB6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102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I enjoy solving real problems with thoughtful technology.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F75EF-5048-4534-A21C-54F827FF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4680C-B1C6-47E4-989B-D137AE8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5ED04-7669-4151-8013-5C90B08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57425"/>
            <a:ext cx="4095750" cy="3305175"/>
          </a:xfrm>
          <a:prstGeom xmlns:a="http://schemas.openxmlformats.org/drawingml/2006/main" prst="roundRect">
            <a:avLst>
              <a:gd name="adj" fmla="val 461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B43B3-A9B5-4E70-9702-C57C576E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BROWSER AI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C42FA-23D6-45C2-AFC7-AC25D5B4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667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Help me answer “Why should we hire you?”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83769-F749-44A5-875A-92B1ABF3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9095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When the assistant receives active-page access, the visible profile can become part of its context.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0969D-4E7F-415B-8C02-A19A19F0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19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2835"/>
          </a:solidFill>
          <a:ln xmlns:a="http://schemas.openxmlformats.org/drawingml/2006/main" w="0">
            <a:solidFill>
              <a:srgbClr val="70283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PAGE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B46E8-A138-4086-9953-7AE9029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Demo flow: sign in  •  ask for writing help  •  ask “What name is visible on this page?”</a:t>
            </a:r>
          </a:p>
        </p:txBody>
      </p:sp>
    </p:spTree>
    <p:extLst>
      <p:ext uri="{BB962C8B-B14F-4D97-AF65-F5344CB8AC3E}">
        <p14:creationId xmlns:p14="http://schemas.microsoft.com/office/powerpoint/2010/main" val="1033093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ABF671-8E24-4BD1-A595-6183E768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885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78D83-5F6B-4733-BC38-124E611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PrivatePilot: privacy before AI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E7CD-037F-4C2F-9781-42777ED3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Local analysis creates a safe page representation before cloud reasoning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52916-6CA4-4CE7-9526-D016B02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2502A-D3CC-48B9-B031-988CCC84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7A562-02A4-4A50-B4BC-7E0E42B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Logged-in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webpage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FCFFB-E6C9-4044-B5B9-692190B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7D746-B51F-4756-9EB4-8C2B555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D419F-7B12-4DDC-B131-7A74487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D2A38-6ACA-4860-A828-06F6C13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Local PII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C1042-85E6-47FA-A3CE-06B4908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A96BD-10C7-4563-A76B-7F3B663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E05F6-25E9-49B5-BB1B-8EECDA2F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102B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45B4B-D9C4-401C-9BF5-A74E119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Redaction and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E7886-5B15-48D1-B8C0-EB4AC6DC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CE82B-7ED4-4275-909F-65AF821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1013B-2DAA-4AD0-AE01-091DFAAF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401DF-03F2-4E55-978F-54BF0A03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Safe context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to cloud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C8E79-A592-483C-8FAA-B8686809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73D24-BC0E-4B3F-8398-63F7265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7A6"/>
          </a:solidFill>
          <a:ln xmlns:a="http://schemas.openxmlformats.org/drawingml/2006/main" w="0">
            <a:solidFill>
              <a:srgbClr val="1697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0210A-18D6-4F54-8359-71FB0F59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1714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FF4C0-7102-4CB2-8538-1197DC3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Helpful AI</a:t>
            </a:r>
          </a:p>
          <a:p xmlns:a="http://schemas.openxmlformats.org/drawingml/2006/main">
            <a:pPr algn="ctr">
              <a:defRPr sz="1275" b="1" i="0">
                <a:solidFill>
                  <a:srgbClr val="0B17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B1714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C8EC5-1579-45C7-ABDE-ECD5EAA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Before local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28162-5EC0-473A-9029-A3603699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Name: Adnan Khan</a:t>
            </a:r>
          </a:p>
          <a:p xmlns:a="http://schemas.openxmlformats.org/drawingml/2006/main">
            <a:pPr algn="l">
              <a:defRPr sz="1425" b="1" i="0">
                <a:solidFill>
                  <a:srgbClr val="70283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702835"/>
                </a:solidFill>
                <a:latin typeface="Aptos"/>
                <a:ea typeface="Aptos"/>
                <a:cs typeface="Aptos"/>
              </a:rPr>
              <a:t>Account: 123456789012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395125-4C1C-4D5C-97D2-D8AB772A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9525">
            <a:solidFill>
              <a:srgbClr val="1697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1B3D4-DC63-4D5A-9EF3-7CA9059E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75273" cy="307658"/>
          </a:xfrm>
          <a:prstGeom xmlns:a="http://schemas.openxmlformats.org/drawingml/2006/main" prst="roundRect">
            <a:avLst>
              <a:gd name="adj" fmla="val 207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9C33E-EC83-4709-8180-0015D08F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74" y="414147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084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084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9699B-A585-4D67-A3F4-87EFABB4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95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LOCAL REDACTION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FDC3F-D427-480D-B79E-D86735CE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TLS encrypted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9187D-2ED2-49C1-942B-A82DFB9D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Safe AI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5588F0-16EC-4AF2-AE00-531541E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Name: PERSON_1</a:t>
            </a:r>
          </a:p>
          <a:p xmlns:a="http://schemas.openxmlformats.org/drawingml/2006/main">
            <a:pPr algn="l">
              <a:defRPr sz="1425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Account: ACCOUNT_1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831F0-C659-4E49-A6AE-7C5AA6D5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 preserves AI usefulness while personal values remain inside the browser.</a:t>
            </a:r>
          </a:p>
        </p:txBody>
      </p:sp>
    </p:spTree>
    <p:extLst>
      <p:ext uri="{BB962C8B-B14F-4D97-AF65-F5344CB8AC3E}">
        <p14:creationId xmlns:p14="http://schemas.microsoft.com/office/powerpoint/2010/main" val="1757835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D9C6F-A373-4D10-B36E-4B4B1876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276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CF1C9-8513-4B77-9CF2-2B2CF488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Current controls do not solve the complete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025C-4D11-4E06-AE4F-BA19C27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Existing controls address parts of the risk. PrivatePilot focuses on the page context itself.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60FBE-CB49-458A-8B30-447CF0D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3716C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3716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3381375"/>
                <a:gridCol w="4867275"/>
              </a:tblGrid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protects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102B2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Browser privacy settings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Cookies, camera, and location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Do not redact page content before AI analysis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AI-provider safety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Some sensitive-site safeguards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Depend on each AI provider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Enterprise DLP tools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Organisation-level data controls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714"/>
                          </a:solidFill>
                          <a:latin typeface="Aptos"/>
                          <a:ea typeface="Aptos"/>
                          <a:cs typeface="Aptos"/>
                        </a:rPr>
                        <a:t>Often do not target dynamic browser-agent context</a:t>
                      </a:r>
                    </a:p>
                  </a:txBody>
                  <a:tcPr marL="91440" marR="91440" marT="45720" marB="45720">
                    <a:solidFill>
                      <a:srgbClr val="FCFB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PrivatePilot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Local detection and redaction before AI receives context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02B25"/>
                          </a:solidFill>
                          <a:latin typeface="Aptos"/>
                          <a:ea typeface="Aptos"/>
                          <a:cs typeface="Aptos"/>
                        </a:rPr>
                        <a:t>Proposed lightweight browser-agent privacy layer</a:t>
                      </a:r>
                    </a:p>
                  </a:txBody>
                  <a:tcPr marL="91440" marR="91440" marT="45720" marB="45720">
                    <a:solidFill>
                      <a:srgbClr val="DCEF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F2A09-B781-4EA0-842E-461B9A1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46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Existing protections are fragmented. PrivatePilot focuses on dynamic private data visible to browser AI agents.</a:t>
            </a:r>
          </a:p>
        </p:txBody>
      </p:sp>
    </p:spTree>
    <p:extLst>
      <p:ext uri="{BB962C8B-B14F-4D97-AF65-F5344CB8AC3E}">
        <p14:creationId xmlns:p14="http://schemas.microsoft.com/office/powerpoint/2010/main" val="106878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1990632b546e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3B83B-4A1D-4DDF-BEB1-FFACE646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6096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276FA-F882-4C3C-99F8-9273A5B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372427" cy="416242"/>
          </a:xfrm>
          <a:prstGeom xmlns:a="http://schemas.openxmlformats.org/drawingml/2006/main" prst="roundRect">
            <a:avLst>
              <a:gd name="adj" fmla="val 15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02B2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72587-9CBE-46B2-BC22-F9562693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" y="1192530"/>
            <a:ext cx="219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4912"/>
          </a:bodyPr>
          <a:lstStyle xmlns:a="http://schemas.openxmlformats.org/drawingml/2006/main"/>
          <a:p xmlns:a="http://schemas.openxmlformats.org/drawingml/2006/main">
            <a:pPr algn="ctr">
              <a:defRPr sz="1466" b="1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466" b="1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355AB-F80F-4B67-9F45-8BAE6A9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71"/>
          </a:bodyPr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PrivatePilot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F52C-45DE-4053-8BC5-1E45E25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B25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102B25"/>
                </a:solidFill>
                <a:latin typeface="Aptos"/>
                <a:ea typeface="Aptos"/>
                <a:cs typeface="Aptos"/>
              </a:rPr>
              <a:t>Helpful AI should not require exposing private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1B4AA-3CE6-402A-9DDB-7258E013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7528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9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20F2E-FD8D-4A02-8159-D44515F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0B1714"/>
                </a:solidFill>
                <a:latin typeface="Georgia"/>
                <a:ea typeface="Georgia"/>
                <a:cs typeface="Georgia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FF3E0-97F3-4E8D-835D-909E87A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25"/>
          </a:solidFill>
          <a:ln xmlns:a="http://schemas.openxmlformats.org/drawingml/2006/main" w="0">
            <a:solidFill>
              <a:srgbClr val="102B25"/>
            </a:solidFill>
          </a:ln>
        </p:spPr>
        <p:txBody>
          <a:bodyPr xmlns:a="http://schemas.openxmlformats.org/drawingml/2006/main">
            <a:normAutofit fontScale="8351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1984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2026-09-12T06:25:48.3050000Z</dcterms:created>
  <dcterms:modified xsi:type="dcterms:W3CDTF">2026-09-12T06:25:48.3050000Z</dcterms:modified>
</coreProperties>
</file>